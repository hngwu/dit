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7" r:id="rId2"/>
    <p:sldId id="258" r:id="rId3"/>
    <p:sldId id="256" r:id="rId4"/>
  </p:sldIdLst>
  <p:sldSz cx="9144000" cy="5715000" type="screen16x1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2F559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479B8044-E35F-47CD-81C9-DABC2C9EE6ED}" v="204" dt="2024-02-06T15:28:24.214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>
      <p:cViewPr>
        <p:scale>
          <a:sx n="125" d="100"/>
          <a:sy n="125" d="100"/>
        </p:scale>
        <p:origin x="366" y="42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10" Type="http://schemas.microsoft.com/office/2015/10/relationships/revisionInfo" Target="revisionInfo.xml"/><Relationship Id="rId4" Type="http://schemas.openxmlformats.org/officeDocument/2006/relationships/slide" Target="slides/slide3.xml"/><Relationship Id="rId9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Hng Wu Tan" userId="5a6912f302c6171c" providerId="LiveId" clId="{479B8044-E35F-47CD-81C9-DABC2C9EE6ED}"/>
    <pc:docChg chg="undo custSel addSld delSld modSld sldOrd modMainMaster">
      <pc:chgData name="Hng Wu Tan" userId="5a6912f302c6171c" providerId="LiveId" clId="{479B8044-E35F-47CD-81C9-DABC2C9EE6ED}" dt="2024-02-06T15:32:13.245" v="600" actId="2890"/>
      <pc:docMkLst>
        <pc:docMk/>
      </pc:docMkLst>
      <pc:sldChg chg="addSp delSp modSp mod chgLayout">
        <pc:chgData name="Hng Wu Tan" userId="5a6912f302c6171c" providerId="LiveId" clId="{479B8044-E35F-47CD-81C9-DABC2C9EE6ED}" dt="2024-02-04T14:13:13.761" v="543" actId="6264"/>
        <pc:sldMkLst>
          <pc:docMk/>
          <pc:sldMk cId="1379949664" sldId="256"/>
        </pc:sldMkLst>
        <pc:spChg chg="add del mod ord">
          <ac:chgData name="Hng Wu Tan" userId="5a6912f302c6171c" providerId="LiveId" clId="{479B8044-E35F-47CD-81C9-DABC2C9EE6ED}" dt="2024-02-04T14:13:13.761" v="543" actId="6264"/>
          <ac:spMkLst>
            <pc:docMk/>
            <pc:sldMk cId="1379949664" sldId="256"/>
            <ac:spMk id="2" creationId="{64BD62E5-1C7D-EE70-64EE-494EA984712A}"/>
          </ac:spMkLst>
        </pc:spChg>
        <pc:spChg chg="add mod">
          <ac:chgData name="Hng Wu Tan" userId="5a6912f302c6171c" providerId="LiveId" clId="{479B8044-E35F-47CD-81C9-DABC2C9EE6ED}" dt="2024-02-03T14:17:23.934" v="29" actId="11529"/>
          <ac:spMkLst>
            <pc:docMk/>
            <pc:sldMk cId="1379949664" sldId="256"/>
            <ac:spMk id="2" creationId="{8EAB3CB1-53BE-F75B-29B5-2EF18BF36238}"/>
          </ac:spMkLst>
        </pc:spChg>
        <pc:spChg chg="add mod">
          <ac:chgData name="Hng Wu Tan" userId="5a6912f302c6171c" providerId="LiveId" clId="{479B8044-E35F-47CD-81C9-DABC2C9EE6ED}" dt="2024-02-03T14:20:00.011" v="32" actId="14100"/>
          <ac:spMkLst>
            <pc:docMk/>
            <pc:sldMk cId="1379949664" sldId="256"/>
            <ac:spMk id="3" creationId="{DA106EF2-AE2C-00E6-3DBB-D1BB1FF64B32}"/>
          </ac:spMkLst>
        </pc:spChg>
        <pc:spChg chg="add del mod ord">
          <ac:chgData name="Hng Wu Tan" userId="5a6912f302c6171c" providerId="LiveId" clId="{479B8044-E35F-47CD-81C9-DABC2C9EE6ED}" dt="2024-02-04T14:13:13.761" v="543" actId="6264"/>
          <ac:spMkLst>
            <pc:docMk/>
            <pc:sldMk cId="1379949664" sldId="256"/>
            <ac:spMk id="3" creationId="{E0CCD7AD-8740-78D7-63DD-BEE153C9F9FE}"/>
          </ac:spMkLst>
        </pc:spChg>
        <pc:spChg chg="add mod">
          <ac:chgData name="Hng Wu Tan" userId="5a6912f302c6171c" providerId="LiveId" clId="{479B8044-E35F-47CD-81C9-DABC2C9EE6ED}" dt="2024-02-03T14:20:21.027" v="35" actId="368"/>
          <ac:spMkLst>
            <pc:docMk/>
            <pc:sldMk cId="1379949664" sldId="256"/>
            <ac:spMk id="4" creationId="{814D9D29-B4F8-10E2-61E3-9D1F45776D68}"/>
          </ac:spMkLst>
        </pc:spChg>
        <pc:spChg chg="add del mod">
          <ac:chgData name="Hng Wu Tan" userId="5a6912f302c6171c" providerId="LiveId" clId="{479B8044-E35F-47CD-81C9-DABC2C9EE6ED}" dt="2024-02-03T14:41:37.656" v="353"/>
          <ac:spMkLst>
            <pc:docMk/>
            <pc:sldMk cId="1379949664" sldId="256"/>
            <ac:spMk id="5" creationId="{49A3032F-BBF1-9832-8D77-045FE3BF6554}"/>
          </ac:spMkLst>
        </pc:spChg>
        <pc:spChg chg="add del mod">
          <ac:chgData name="Hng Wu Tan" userId="5a6912f302c6171c" providerId="LiveId" clId="{479B8044-E35F-47CD-81C9-DABC2C9EE6ED}" dt="2024-02-03T14:41:37.656" v="353"/>
          <ac:spMkLst>
            <pc:docMk/>
            <pc:sldMk cId="1379949664" sldId="256"/>
            <ac:spMk id="6" creationId="{E4FEB89B-9B3A-00BE-0A02-3AC6F17A616F}"/>
          </ac:spMkLst>
        </pc:spChg>
        <pc:spChg chg="add del mod">
          <ac:chgData name="Hng Wu Tan" userId="5a6912f302c6171c" providerId="LiveId" clId="{479B8044-E35F-47CD-81C9-DABC2C9EE6ED}" dt="2024-02-03T14:41:37.656" v="353"/>
          <ac:spMkLst>
            <pc:docMk/>
            <pc:sldMk cId="1379949664" sldId="256"/>
            <ac:spMk id="7" creationId="{E27B20B7-B6EB-0D05-F54E-770798EBC218}"/>
          </ac:spMkLst>
        </pc:spChg>
        <pc:spChg chg="add del mod">
          <ac:chgData name="Hng Wu Tan" userId="5a6912f302c6171c" providerId="LiveId" clId="{479B8044-E35F-47CD-81C9-DABC2C9EE6ED}" dt="2024-02-03T14:41:37.656" v="353"/>
          <ac:spMkLst>
            <pc:docMk/>
            <pc:sldMk cId="1379949664" sldId="256"/>
            <ac:spMk id="8" creationId="{795AA5B0-FFFB-B050-8EFE-9641E89A3B95}"/>
          </ac:spMkLst>
        </pc:spChg>
        <pc:spChg chg="add del mod">
          <ac:chgData name="Hng Wu Tan" userId="5a6912f302c6171c" providerId="LiveId" clId="{479B8044-E35F-47CD-81C9-DABC2C9EE6ED}" dt="2024-02-03T14:41:37.656" v="353"/>
          <ac:spMkLst>
            <pc:docMk/>
            <pc:sldMk cId="1379949664" sldId="256"/>
            <ac:spMk id="9" creationId="{3EFD5686-A441-7677-041F-155ED555D605}"/>
          </ac:spMkLst>
        </pc:spChg>
        <pc:spChg chg="add del mod">
          <ac:chgData name="Hng Wu Tan" userId="5a6912f302c6171c" providerId="LiveId" clId="{479B8044-E35F-47CD-81C9-DABC2C9EE6ED}" dt="2024-02-03T14:41:37.656" v="353"/>
          <ac:spMkLst>
            <pc:docMk/>
            <pc:sldMk cId="1379949664" sldId="256"/>
            <ac:spMk id="10" creationId="{12C14D01-BB7A-E81A-2B45-B84A95280909}"/>
          </ac:spMkLst>
        </pc:spChg>
        <pc:spChg chg="mod">
          <ac:chgData name="Hng Wu Tan" userId="5a6912f302c6171c" providerId="LiveId" clId="{479B8044-E35F-47CD-81C9-DABC2C9EE6ED}" dt="2024-02-03T14:37:40.316" v="338"/>
          <ac:spMkLst>
            <pc:docMk/>
            <pc:sldMk cId="1379949664" sldId="256"/>
            <ac:spMk id="11" creationId="{1F141443-8C10-DA1C-820A-B1C50C7ACC5A}"/>
          </ac:spMkLst>
        </pc:spChg>
        <pc:spChg chg="mod">
          <ac:chgData name="Hng Wu Tan" userId="5a6912f302c6171c" providerId="LiveId" clId="{479B8044-E35F-47CD-81C9-DABC2C9EE6ED}" dt="2024-02-03T14:39:29.285" v="340"/>
          <ac:spMkLst>
            <pc:docMk/>
            <pc:sldMk cId="1379949664" sldId="256"/>
            <ac:spMk id="12" creationId="{FD35D93D-90E9-9EB2-098E-A2AD1AF9CDB2}"/>
          </ac:spMkLst>
        </pc:spChg>
        <pc:spChg chg="mod">
          <ac:chgData name="Hng Wu Tan" userId="5a6912f302c6171c" providerId="LiveId" clId="{479B8044-E35F-47CD-81C9-DABC2C9EE6ED}" dt="2024-02-04T14:13:05.605" v="541" actId="20577"/>
          <ac:spMkLst>
            <pc:docMk/>
            <pc:sldMk cId="1379949664" sldId="256"/>
            <ac:spMk id="13" creationId="{D74A7BA5-3741-C694-1655-C4A6A4061A67}"/>
          </ac:spMkLst>
        </pc:spChg>
        <pc:picChg chg="add">
          <ac:chgData name="Hng Wu Tan" userId="5a6912f302c6171c" providerId="LiveId" clId="{479B8044-E35F-47CD-81C9-DABC2C9EE6ED}" dt="2024-02-03T16:53:35.456" v="395"/>
          <ac:picMkLst>
            <pc:docMk/>
            <pc:sldMk cId="1379949664" sldId="256"/>
            <ac:picMk id="2" creationId="{ACAA4379-E02D-3FAC-2FC0-3801C211EBD4}"/>
          </ac:picMkLst>
        </pc:picChg>
        <pc:picChg chg="del mod">
          <ac:chgData name="Hng Wu Tan" userId="5a6912f302c6171c" providerId="LiveId" clId="{479B8044-E35F-47CD-81C9-DABC2C9EE6ED}" dt="2024-02-03T16:53:39.396" v="396" actId="478"/>
          <ac:picMkLst>
            <pc:docMk/>
            <pc:sldMk cId="1379949664" sldId="256"/>
            <ac:picMk id="1026" creationId="{7650999C-9EAD-B853-8044-10A613E3A84E}"/>
          </ac:picMkLst>
        </pc:picChg>
        <pc:picChg chg="add mod">
          <ac:chgData name="Hng Wu Tan" userId="5a6912f302c6171c" providerId="LiveId" clId="{479B8044-E35F-47CD-81C9-DABC2C9EE6ED}" dt="2024-02-03T16:58:28.980" v="529"/>
          <ac:picMkLst>
            <pc:docMk/>
            <pc:sldMk cId="1379949664" sldId="256"/>
            <ac:picMk id="1028" creationId="{CE148223-4D29-0114-1F72-04B3D39B4BCB}"/>
          </ac:picMkLst>
        </pc:picChg>
      </pc:sldChg>
      <pc:sldChg chg="addSp delSp modSp add mod ord">
        <pc:chgData name="Hng Wu Tan" userId="5a6912f302c6171c" providerId="LiveId" clId="{479B8044-E35F-47CD-81C9-DABC2C9EE6ED}" dt="2024-02-06T15:28:24.214" v="599"/>
        <pc:sldMkLst>
          <pc:docMk/>
          <pc:sldMk cId="1185042330" sldId="257"/>
        </pc:sldMkLst>
        <pc:spChg chg="add del mod">
          <ac:chgData name="Hng Wu Tan" userId="5a6912f302c6171c" providerId="LiveId" clId="{479B8044-E35F-47CD-81C9-DABC2C9EE6ED}" dt="2024-02-04T14:15:50.645" v="552"/>
          <ac:spMkLst>
            <pc:docMk/>
            <pc:sldMk cId="1185042330" sldId="257"/>
            <ac:spMk id="2" creationId="{771BA69D-1A12-E73F-22D7-12DCC2B9C5F8}"/>
          </ac:spMkLst>
        </pc:spChg>
        <pc:spChg chg="add del mod">
          <ac:chgData name="Hng Wu Tan" userId="5a6912f302c6171c" providerId="LiveId" clId="{479B8044-E35F-47CD-81C9-DABC2C9EE6ED}" dt="2024-02-06T15:28:24.214" v="599"/>
          <ac:spMkLst>
            <pc:docMk/>
            <pc:sldMk cId="1185042330" sldId="257"/>
            <ac:spMk id="2" creationId="{94C2F720-C10F-E243-721F-CE9D93D32D8E}"/>
          </ac:spMkLst>
        </pc:spChg>
        <pc:spChg chg="del mod">
          <ac:chgData name="Hng Wu Tan" userId="5a6912f302c6171c" providerId="LiveId" clId="{479B8044-E35F-47CD-81C9-DABC2C9EE6ED}" dt="2024-02-06T15:28:24.214" v="599"/>
          <ac:spMkLst>
            <pc:docMk/>
            <pc:sldMk cId="1185042330" sldId="257"/>
            <ac:spMk id="3" creationId="{63546844-CFFB-930C-1A48-FDBB38815A07}"/>
          </ac:spMkLst>
        </pc:spChg>
        <pc:spChg chg="add mod">
          <ac:chgData name="Hng Wu Tan" userId="5a6912f302c6171c" providerId="LiveId" clId="{479B8044-E35F-47CD-81C9-DABC2C9EE6ED}" dt="2024-02-06T15:26:24.487" v="564"/>
          <ac:spMkLst>
            <pc:docMk/>
            <pc:sldMk cId="1185042330" sldId="257"/>
            <ac:spMk id="4" creationId="{DEBFD99D-F3BA-B020-7F0F-C7098F253A79}"/>
          </ac:spMkLst>
        </pc:spChg>
        <pc:spChg chg="add del mod">
          <ac:chgData name="Hng Wu Tan" userId="5a6912f302c6171c" providerId="LiveId" clId="{479B8044-E35F-47CD-81C9-DABC2C9EE6ED}" dt="2024-02-06T15:28:24.214" v="599"/>
          <ac:spMkLst>
            <pc:docMk/>
            <pc:sldMk cId="1185042330" sldId="257"/>
            <ac:spMk id="5" creationId="{15B96632-13E2-CDCA-0278-891DDBF89864}"/>
          </ac:spMkLst>
        </pc:spChg>
        <pc:spChg chg="add del mod">
          <ac:chgData name="Hng Wu Tan" userId="5a6912f302c6171c" providerId="LiveId" clId="{479B8044-E35F-47CD-81C9-DABC2C9EE6ED}" dt="2024-02-06T15:28:24.214" v="599"/>
          <ac:spMkLst>
            <pc:docMk/>
            <pc:sldMk cId="1185042330" sldId="257"/>
            <ac:spMk id="6" creationId="{E5793FF0-45FE-58DD-854B-B141C38E5E30}"/>
          </ac:spMkLst>
        </pc:spChg>
        <pc:spChg chg="add del mod">
          <ac:chgData name="Hng Wu Tan" userId="5a6912f302c6171c" providerId="LiveId" clId="{479B8044-E35F-47CD-81C9-DABC2C9EE6ED}" dt="2024-02-06T15:28:24.214" v="599"/>
          <ac:spMkLst>
            <pc:docMk/>
            <pc:sldMk cId="1185042330" sldId="257"/>
            <ac:spMk id="7" creationId="{65903E05-6940-04AB-0278-B4F2295C99D1}"/>
          </ac:spMkLst>
        </pc:spChg>
        <pc:spChg chg="mod">
          <ac:chgData name="Hng Wu Tan" userId="5a6912f302c6171c" providerId="LiveId" clId="{479B8044-E35F-47CD-81C9-DABC2C9EE6ED}" dt="2024-02-06T15:28:24.214" v="599"/>
          <ac:spMkLst>
            <pc:docMk/>
            <pc:sldMk cId="1185042330" sldId="257"/>
            <ac:spMk id="8" creationId="{97EADE68-D5D5-2327-F257-D18747A59C66}"/>
          </ac:spMkLst>
        </pc:spChg>
        <pc:spChg chg="del">
          <ac:chgData name="Hng Wu Tan" userId="5a6912f302c6171c" providerId="LiveId" clId="{479B8044-E35F-47CD-81C9-DABC2C9EE6ED}" dt="2024-02-04T14:15:50.645" v="552"/>
          <ac:spMkLst>
            <pc:docMk/>
            <pc:sldMk cId="1185042330" sldId="257"/>
            <ac:spMk id="13" creationId="{6B6B9B1F-8A5E-CB7E-8E56-06BFE92B25B2}"/>
          </ac:spMkLst>
        </pc:spChg>
        <pc:picChg chg="mod">
          <ac:chgData name="Hng Wu Tan" userId="5a6912f302c6171c" providerId="LiveId" clId="{479B8044-E35F-47CD-81C9-DABC2C9EE6ED}" dt="2024-02-06T15:25:22.465" v="561" actId="1076"/>
          <ac:picMkLst>
            <pc:docMk/>
            <pc:sldMk cId="1185042330" sldId="257"/>
            <ac:picMk id="1028" creationId="{3C3AC44F-42DD-589E-33BC-6B4CF8399508}"/>
          </ac:picMkLst>
        </pc:picChg>
      </pc:sldChg>
      <pc:sldChg chg="add del">
        <pc:chgData name="Hng Wu Tan" userId="5a6912f302c6171c" providerId="LiveId" clId="{479B8044-E35F-47CD-81C9-DABC2C9EE6ED}" dt="2024-02-03T14:45:52.144" v="368" actId="2890"/>
        <pc:sldMkLst>
          <pc:docMk/>
          <pc:sldMk cId="2966033862" sldId="257"/>
        </pc:sldMkLst>
      </pc:sldChg>
      <pc:sldChg chg="add">
        <pc:chgData name="Hng Wu Tan" userId="5a6912f302c6171c" providerId="LiveId" clId="{479B8044-E35F-47CD-81C9-DABC2C9EE6ED}" dt="2024-02-06T15:32:13.245" v="600" actId="2890"/>
        <pc:sldMkLst>
          <pc:docMk/>
          <pc:sldMk cId="1798443467" sldId="258"/>
        </pc:sldMkLst>
      </pc:sldChg>
      <pc:sldMasterChg chg="modSp modSldLayout">
        <pc:chgData name="Hng Wu Tan" userId="5a6912f302c6171c" providerId="LiveId" clId="{479B8044-E35F-47CD-81C9-DABC2C9EE6ED}" dt="2024-02-03T14:51:00.148" v="372"/>
        <pc:sldMasterMkLst>
          <pc:docMk/>
          <pc:sldMasterMk cId="3798990630" sldId="2147483648"/>
        </pc:sldMasterMkLst>
        <pc:spChg chg="mod">
          <ac:chgData name="Hng Wu Tan" userId="5a6912f302c6171c" providerId="LiveId" clId="{479B8044-E35F-47CD-81C9-DABC2C9EE6ED}" dt="2024-02-03T14:51:00.148" v="372"/>
          <ac:spMkLst>
            <pc:docMk/>
            <pc:sldMasterMk cId="3798990630" sldId="2147483648"/>
            <ac:spMk id="2" creationId="{016BC4C0-5AE1-DC2A-CB85-099D96A6ACC0}"/>
          </ac:spMkLst>
        </pc:spChg>
        <pc:spChg chg="mod">
          <ac:chgData name="Hng Wu Tan" userId="5a6912f302c6171c" providerId="LiveId" clId="{479B8044-E35F-47CD-81C9-DABC2C9EE6ED}" dt="2024-02-03T14:51:00.148" v="372"/>
          <ac:spMkLst>
            <pc:docMk/>
            <pc:sldMasterMk cId="3798990630" sldId="2147483648"/>
            <ac:spMk id="3" creationId="{E4E019C7-18A9-D783-1050-4C1CC8AD71F9}"/>
          </ac:spMkLst>
        </pc:spChg>
        <pc:spChg chg="mod">
          <ac:chgData name="Hng Wu Tan" userId="5a6912f302c6171c" providerId="LiveId" clId="{479B8044-E35F-47CD-81C9-DABC2C9EE6ED}" dt="2024-02-03T14:51:00.148" v="372"/>
          <ac:spMkLst>
            <pc:docMk/>
            <pc:sldMasterMk cId="3798990630" sldId="2147483648"/>
            <ac:spMk id="4" creationId="{0DDFA143-3E4D-A10E-1238-CF3BFC1B87BA}"/>
          </ac:spMkLst>
        </pc:spChg>
        <pc:spChg chg="mod">
          <ac:chgData name="Hng Wu Tan" userId="5a6912f302c6171c" providerId="LiveId" clId="{479B8044-E35F-47CD-81C9-DABC2C9EE6ED}" dt="2024-02-03T14:51:00.148" v="372"/>
          <ac:spMkLst>
            <pc:docMk/>
            <pc:sldMasterMk cId="3798990630" sldId="2147483648"/>
            <ac:spMk id="5" creationId="{B08800E8-0338-D498-0815-767A8E4182FB}"/>
          </ac:spMkLst>
        </pc:spChg>
        <pc:spChg chg="mod">
          <ac:chgData name="Hng Wu Tan" userId="5a6912f302c6171c" providerId="LiveId" clId="{479B8044-E35F-47CD-81C9-DABC2C9EE6ED}" dt="2024-02-03T14:51:00.148" v="372"/>
          <ac:spMkLst>
            <pc:docMk/>
            <pc:sldMasterMk cId="3798990630" sldId="2147483648"/>
            <ac:spMk id="6" creationId="{F5E00F26-67AB-AA3B-4DEF-4917E66950DE}"/>
          </ac:spMkLst>
        </pc:spChg>
        <pc:sldLayoutChg chg="modSp">
          <pc:chgData name="Hng Wu Tan" userId="5a6912f302c6171c" providerId="LiveId" clId="{479B8044-E35F-47CD-81C9-DABC2C9EE6ED}" dt="2024-02-03T14:51:00.148" v="372"/>
          <pc:sldLayoutMkLst>
            <pc:docMk/>
            <pc:sldMasterMk cId="3798990630" sldId="2147483648"/>
            <pc:sldLayoutMk cId="2259196120" sldId="2147483649"/>
          </pc:sldLayoutMkLst>
          <pc:spChg chg="mod">
            <ac:chgData name="Hng Wu Tan" userId="5a6912f302c6171c" providerId="LiveId" clId="{479B8044-E35F-47CD-81C9-DABC2C9EE6ED}" dt="2024-02-03T14:51:00.148" v="372"/>
            <ac:spMkLst>
              <pc:docMk/>
              <pc:sldMasterMk cId="3798990630" sldId="2147483648"/>
              <pc:sldLayoutMk cId="2259196120" sldId="2147483649"/>
              <ac:spMk id="2" creationId="{2732B55A-C39A-5190-F34D-70AA575E276D}"/>
            </ac:spMkLst>
          </pc:spChg>
          <pc:spChg chg="mod">
            <ac:chgData name="Hng Wu Tan" userId="5a6912f302c6171c" providerId="LiveId" clId="{479B8044-E35F-47CD-81C9-DABC2C9EE6ED}" dt="2024-02-03T14:51:00.148" v="372"/>
            <ac:spMkLst>
              <pc:docMk/>
              <pc:sldMasterMk cId="3798990630" sldId="2147483648"/>
              <pc:sldLayoutMk cId="2259196120" sldId="2147483649"/>
              <ac:spMk id="3" creationId="{B8FAA673-4FF5-8AB5-F286-DC62BA4DE1E3}"/>
            </ac:spMkLst>
          </pc:spChg>
        </pc:sldLayoutChg>
        <pc:sldLayoutChg chg="modSp">
          <pc:chgData name="Hng Wu Tan" userId="5a6912f302c6171c" providerId="LiveId" clId="{479B8044-E35F-47CD-81C9-DABC2C9EE6ED}" dt="2024-02-03T14:51:00.148" v="372"/>
          <pc:sldLayoutMkLst>
            <pc:docMk/>
            <pc:sldMasterMk cId="3798990630" sldId="2147483648"/>
            <pc:sldLayoutMk cId="3506867781" sldId="2147483651"/>
          </pc:sldLayoutMkLst>
          <pc:spChg chg="mod">
            <ac:chgData name="Hng Wu Tan" userId="5a6912f302c6171c" providerId="LiveId" clId="{479B8044-E35F-47CD-81C9-DABC2C9EE6ED}" dt="2024-02-03T14:51:00.148" v="372"/>
            <ac:spMkLst>
              <pc:docMk/>
              <pc:sldMasterMk cId="3798990630" sldId="2147483648"/>
              <pc:sldLayoutMk cId="3506867781" sldId="2147483651"/>
              <ac:spMk id="2" creationId="{00A0B5DC-F5FB-A55B-0E91-8B6B73D87F61}"/>
            </ac:spMkLst>
          </pc:spChg>
          <pc:spChg chg="mod">
            <ac:chgData name="Hng Wu Tan" userId="5a6912f302c6171c" providerId="LiveId" clId="{479B8044-E35F-47CD-81C9-DABC2C9EE6ED}" dt="2024-02-03T14:51:00.148" v="372"/>
            <ac:spMkLst>
              <pc:docMk/>
              <pc:sldMasterMk cId="3798990630" sldId="2147483648"/>
              <pc:sldLayoutMk cId="3506867781" sldId="2147483651"/>
              <ac:spMk id="3" creationId="{9416BE40-6377-BD55-447D-3254248D0531}"/>
            </ac:spMkLst>
          </pc:spChg>
        </pc:sldLayoutChg>
        <pc:sldLayoutChg chg="modSp">
          <pc:chgData name="Hng Wu Tan" userId="5a6912f302c6171c" providerId="LiveId" clId="{479B8044-E35F-47CD-81C9-DABC2C9EE6ED}" dt="2024-02-03T14:51:00.148" v="372"/>
          <pc:sldLayoutMkLst>
            <pc:docMk/>
            <pc:sldMasterMk cId="3798990630" sldId="2147483648"/>
            <pc:sldLayoutMk cId="2724144349" sldId="2147483652"/>
          </pc:sldLayoutMkLst>
          <pc:spChg chg="mod">
            <ac:chgData name="Hng Wu Tan" userId="5a6912f302c6171c" providerId="LiveId" clId="{479B8044-E35F-47CD-81C9-DABC2C9EE6ED}" dt="2024-02-03T14:51:00.148" v="372"/>
            <ac:spMkLst>
              <pc:docMk/>
              <pc:sldMasterMk cId="3798990630" sldId="2147483648"/>
              <pc:sldLayoutMk cId="2724144349" sldId="2147483652"/>
              <ac:spMk id="3" creationId="{57663E50-A866-DFBF-F16C-92A4D36091F3}"/>
            </ac:spMkLst>
          </pc:spChg>
          <pc:spChg chg="mod">
            <ac:chgData name="Hng Wu Tan" userId="5a6912f302c6171c" providerId="LiveId" clId="{479B8044-E35F-47CD-81C9-DABC2C9EE6ED}" dt="2024-02-03T14:51:00.148" v="372"/>
            <ac:spMkLst>
              <pc:docMk/>
              <pc:sldMasterMk cId="3798990630" sldId="2147483648"/>
              <pc:sldLayoutMk cId="2724144349" sldId="2147483652"/>
              <ac:spMk id="4" creationId="{CCDD6C44-7DBE-2317-BE29-6CB4EB8B16D4}"/>
            </ac:spMkLst>
          </pc:spChg>
        </pc:sldLayoutChg>
        <pc:sldLayoutChg chg="modSp">
          <pc:chgData name="Hng Wu Tan" userId="5a6912f302c6171c" providerId="LiveId" clId="{479B8044-E35F-47CD-81C9-DABC2C9EE6ED}" dt="2024-02-03T14:51:00.148" v="372"/>
          <pc:sldLayoutMkLst>
            <pc:docMk/>
            <pc:sldMasterMk cId="3798990630" sldId="2147483648"/>
            <pc:sldLayoutMk cId="3536949321" sldId="2147483653"/>
          </pc:sldLayoutMkLst>
          <pc:spChg chg="mod">
            <ac:chgData name="Hng Wu Tan" userId="5a6912f302c6171c" providerId="LiveId" clId="{479B8044-E35F-47CD-81C9-DABC2C9EE6ED}" dt="2024-02-03T14:51:00.148" v="372"/>
            <ac:spMkLst>
              <pc:docMk/>
              <pc:sldMasterMk cId="3798990630" sldId="2147483648"/>
              <pc:sldLayoutMk cId="3536949321" sldId="2147483653"/>
              <ac:spMk id="2" creationId="{EF021BC4-43AC-1EB0-0763-AD244C7447D6}"/>
            </ac:spMkLst>
          </pc:spChg>
          <pc:spChg chg="mod">
            <ac:chgData name="Hng Wu Tan" userId="5a6912f302c6171c" providerId="LiveId" clId="{479B8044-E35F-47CD-81C9-DABC2C9EE6ED}" dt="2024-02-03T14:51:00.148" v="372"/>
            <ac:spMkLst>
              <pc:docMk/>
              <pc:sldMasterMk cId="3798990630" sldId="2147483648"/>
              <pc:sldLayoutMk cId="3536949321" sldId="2147483653"/>
              <ac:spMk id="3" creationId="{41BE395F-C45F-96CE-6EF7-DCD369CF31A9}"/>
            </ac:spMkLst>
          </pc:spChg>
          <pc:spChg chg="mod">
            <ac:chgData name="Hng Wu Tan" userId="5a6912f302c6171c" providerId="LiveId" clId="{479B8044-E35F-47CD-81C9-DABC2C9EE6ED}" dt="2024-02-03T14:51:00.148" v="372"/>
            <ac:spMkLst>
              <pc:docMk/>
              <pc:sldMasterMk cId="3798990630" sldId="2147483648"/>
              <pc:sldLayoutMk cId="3536949321" sldId="2147483653"/>
              <ac:spMk id="4" creationId="{41636BBC-D88B-D5B9-EED4-C4A1B591F351}"/>
            </ac:spMkLst>
          </pc:spChg>
          <pc:spChg chg="mod">
            <ac:chgData name="Hng Wu Tan" userId="5a6912f302c6171c" providerId="LiveId" clId="{479B8044-E35F-47CD-81C9-DABC2C9EE6ED}" dt="2024-02-03T14:51:00.148" v="372"/>
            <ac:spMkLst>
              <pc:docMk/>
              <pc:sldMasterMk cId="3798990630" sldId="2147483648"/>
              <pc:sldLayoutMk cId="3536949321" sldId="2147483653"/>
              <ac:spMk id="5" creationId="{CAA34DDA-8C86-6607-98D6-7274C242E4E4}"/>
            </ac:spMkLst>
          </pc:spChg>
          <pc:spChg chg="mod">
            <ac:chgData name="Hng Wu Tan" userId="5a6912f302c6171c" providerId="LiveId" clId="{479B8044-E35F-47CD-81C9-DABC2C9EE6ED}" dt="2024-02-03T14:51:00.148" v="372"/>
            <ac:spMkLst>
              <pc:docMk/>
              <pc:sldMasterMk cId="3798990630" sldId="2147483648"/>
              <pc:sldLayoutMk cId="3536949321" sldId="2147483653"/>
              <ac:spMk id="6" creationId="{18F094A6-50EC-7CD2-7406-E5BA1BDF6E71}"/>
            </ac:spMkLst>
          </pc:spChg>
        </pc:sldLayoutChg>
        <pc:sldLayoutChg chg="modSp">
          <pc:chgData name="Hng Wu Tan" userId="5a6912f302c6171c" providerId="LiveId" clId="{479B8044-E35F-47CD-81C9-DABC2C9EE6ED}" dt="2024-02-03T14:51:00.148" v="372"/>
          <pc:sldLayoutMkLst>
            <pc:docMk/>
            <pc:sldMasterMk cId="3798990630" sldId="2147483648"/>
            <pc:sldLayoutMk cId="901355961" sldId="2147483656"/>
          </pc:sldLayoutMkLst>
          <pc:spChg chg="mod">
            <ac:chgData name="Hng Wu Tan" userId="5a6912f302c6171c" providerId="LiveId" clId="{479B8044-E35F-47CD-81C9-DABC2C9EE6ED}" dt="2024-02-03T14:51:00.148" v="372"/>
            <ac:spMkLst>
              <pc:docMk/>
              <pc:sldMasterMk cId="3798990630" sldId="2147483648"/>
              <pc:sldLayoutMk cId="901355961" sldId="2147483656"/>
              <ac:spMk id="2" creationId="{244AA218-D7EC-C9EF-83E0-521789AE8772}"/>
            </ac:spMkLst>
          </pc:spChg>
          <pc:spChg chg="mod">
            <ac:chgData name="Hng Wu Tan" userId="5a6912f302c6171c" providerId="LiveId" clId="{479B8044-E35F-47CD-81C9-DABC2C9EE6ED}" dt="2024-02-03T14:51:00.148" v="372"/>
            <ac:spMkLst>
              <pc:docMk/>
              <pc:sldMasterMk cId="3798990630" sldId="2147483648"/>
              <pc:sldLayoutMk cId="901355961" sldId="2147483656"/>
              <ac:spMk id="3" creationId="{E7A6AEBA-1253-86CE-D9EC-60261A4F5370}"/>
            </ac:spMkLst>
          </pc:spChg>
          <pc:spChg chg="mod">
            <ac:chgData name="Hng Wu Tan" userId="5a6912f302c6171c" providerId="LiveId" clId="{479B8044-E35F-47CD-81C9-DABC2C9EE6ED}" dt="2024-02-03T14:51:00.148" v="372"/>
            <ac:spMkLst>
              <pc:docMk/>
              <pc:sldMasterMk cId="3798990630" sldId="2147483648"/>
              <pc:sldLayoutMk cId="901355961" sldId="2147483656"/>
              <ac:spMk id="4" creationId="{DB1E3519-7199-D620-EF39-BFCEAB5B33CD}"/>
            </ac:spMkLst>
          </pc:spChg>
        </pc:sldLayoutChg>
        <pc:sldLayoutChg chg="modSp">
          <pc:chgData name="Hng Wu Tan" userId="5a6912f302c6171c" providerId="LiveId" clId="{479B8044-E35F-47CD-81C9-DABC2C9EE6ED}" dt="2024-02-03T14:51:00.148" v="372"/>
          <pc:sldLayoutMkLst>
            <pc:docMk/>
            <pc:sldMasterMk cId="3798990630" sldId="2147483648"/>
            <pc:sldLayoutMk cId="2084532496" sldId="2147483657"/>
          </pc:sldLayoutMkLst>
          <pc:spChg chg="mod">
            <ac:chgData name="Hng Wu Tan" userId="5a6912f302c6171c" providerId="LiveId" clId="{479B8044-E35F-47CD-81C9-DABC2C9EE6ED}" dt="2024-02-03T14:51:00.148" v="372"/>
            <ac:spMkLst>
              <pc:docMk/>
              <pc:sldMasterMk cId="3798990630" sldId="2147483648"/>
              <pc:sldLayoutMk cId="2084532496" sldId="2147483657"/>
              <ac:spMk id="2" creationId="{EABB0179-07DF-DCD0-BF90-659175A00F39}"/>
            </ac:spMkLst>
          </pc:spChg>
          <pc:spChg chg="mod">
            <ac:chgData name="Hng Wu Tan" userId="5a6912f302c6171c" providerId="LiveId" clId="{479B8044-E35F-47CD-81C9-DABC2C9EE6ED}" dt="2024-02-03T14:51:00.148" v="372"/>
            <ac:spMkLst>
              <pc:docMk/>
              <pc:sldMasterMk cId="3798990630" sldId="2147483648"/>
              <pc:sldLayoutMk cId="2084532496" sldId="2147483657"/>
              <ac:spMk id="3" creationId="{D380CAC5-B31C-56DD-7212-87A0690404D1}"/>
            </ac:spMkLst>
          </pc:spChg>
          <pc:spChg chg="mod">
            <ac:chgData name="Hng Wu Tan" userId="5a6912f302c6171c" providerId="LiveId" clId="{479B8044-E35F-47CD-81C9-DABC2C9EE6ED}" dt="2024-02-03T14:51:00.148" v="372"/>
            <ac:spMkLst>
              <pc:docMk/>
              <pc:sldMasterMk cId="3798990630" sldId="2147483648"/>
              <pc:sldLayoutMk cId="2084532496" sldId="2147483657"/>
              <ac:spMk id="4" creationId="{91F7D312-76FA-9C93-98E4-5F05E455E0DF}"/>
            </ac:spMkLst>
          </pc:spChg>
        </pc:sldLayoutChg>
        <pc:sldLayoutChg chg="modSp">
          <pc:chgData name="Hng Wu Tan" userId="5a6912f302c6171c" providerId="LiveId" clId="{479B8044-E35F-47CD-81C9-DABC2C9EE6ED}" dt="2024-02-03T14:51:00.148" v="372"/>
          <pc:sldLayoutMkLst>
            <pc:docMk/>
            <pc:sldMasterMk cId="3798990630" sldId="2147483648"/>
            <pc:sldLayoutMk cId="2286553091" sldId="2147483659"/>
          </pc:sldLayoutMkLst>
          <pc:spChg chg="mod">
            <ac:chgData name="Hng Wu Tan" userId="5a6912f302c6171c" providerId="LiveId" clId="{479B8044-E35F-47CD-81C9-DABC2C9EE6ED}" dt="2024-02-03T14:51:00.148" v="372"/>
            <ac:spMkLst>
              <pc:docMk/>
              <pc:sldMasterMk cId="3798990630" sldId="2147483648"/>
              <pc:sldLayoutMk cId="2286553091" sldId="2147483659"/>
              <ac:spMk id="2" creationId="{F58171E5-B32B-B27A-37A2-73334CDB0F46}"/>
            </ac:spMkLst>
          </pc:spChg>
          <pc:spChg chg="mod">
            <ac:chgData name="Hng Wu Tan" userId="5a6912f302c6171c" providerId="LiveId" clId="{479B8044-E35F-47CD-81C9-DABC2C9EE6ED}" dt="2024-02-03T14:51:00.148" v="372"/>
            <ac:spMkLst>
              <pc:docMk/>
              <pc:sldMasterMk cId="3798990630" sldId="2147483648"/>
              <pc:sldLayoutMk cId="2286553091" sldId="2147483659"/>
              <ac:spMk id="3" creationId="{3DAE9035-9013-04D6-DABD-624E3BFA7FA5}"/>
            </ac:spMkLst>
          </pc:spChg>
        </pc:sldLayoutChg>
      </pc:sldMaster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43000" y="935302"/>
            <a:ext cx="6858000" cy="1989667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001698"/>
            <a:ext cx="6858000" cy="137980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E4BE32-7FDC-4866-99C3-CCBED850C233}" type="datetimeFigureOut">
              <a:rPr lang="en-US" smtClean="0"/>
              <a:t>2/6/2024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8BC7C7-8450-4CAA-944E-8F0E748CB70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9249096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E4BE32-7FDC-4866-99C3-CCBED850C233}" type="datetimeFigureOut">
              <a:rPr lang="en-US" smtClean="0"/>
              <a:t>2/6/2024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8BC7C7-8450-4CAA-944E-8F0E748CB70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2213877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424782"/>
            <a:ext cx="7886700" cy="2377281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3824553"/>
            <a:ext cx="7886700" cy="1250156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E4BE32-7FDC-4866-99C3-CCBED850C233}" type="datetimeFigureOut">
              <a:rPr lang="en-US" smtClean="0"/>
              <a:t>2/6/2024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8BC7C7-8450-4CAA-944E-8F0E748CB70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8636027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521354"/>
            <a:ext cx="3886200" cy="362611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521354"/>
            <a:ext cx="3886200" cy="362611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E4BE32-7FDC-4866-99C3-CCBED850C233}" type="datetimeFigureOut">
              <a:rPr lang="en-US" smtClean="0"/>
              <a:t>2/6/2024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8BC7C7-8450-4CAA-944E-8F0E748CB70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113886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04271"/>
            <a:ext cx="7886700" cy="1104636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400969"/>
            <a:ext cx="3868340" cy="686593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087563"/>
            <a:ext cx="3868340" cy="307049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400969"/>
            <a:ext cx="3887391" cy="686593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087563"/>
            <a:ext cx="3887391" cy="307049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E4BE32-7FDC-4866-99C3-CCBED850C233}" type="datetimeFigureOut">
              <a:rPr lang="en-US" smtClean="0"/>
              <a:t>2/6/2024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8BC7C7-8450-4CAA-944E-8F0E748CB70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8239465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E4BE32-7FDC-4866-99C3-CCBED850C233}" type="datetimeFigureOut">
              <a:rPr lang="en-US" smtClean="0"/>
              <a:t>2/6/2024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8BC7C7-8450-4CAA-944E-8F0E748CB70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4842498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E4BE32-7FDC-4866-99C3-CCBED850C233}" type="datetimeFigureOut">
              <a:rPr lang="en-US" smtClean="0"/>
              <a:t>2/6/2024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8BC7C7-8450-4CAA-944E-8F0E748CB70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5825326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81000"/>
            <a:ext cx="2949178" cy="13335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822855"/>
            <a:ext cx="4629150" cy="4061354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1714500"/>
            <a:ext cx="2949178" cy="3176323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E4BE32-7FDC-4866-99C3-CCBED850C233}" type="datetimeFigureOut">
              <a:rPr lang="en-US" smtClean="0"/>
              <a:t>2/6/2024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8BC7C7-8450-4CAA-944E-8F0E748CB70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4691992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81000"/>
            <a:ext cx="2949178" cy="13335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822855"/>
            <a:ext cx="4629150" cy="4061354"/>
          </a:xfrm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1714500"/>
            <a:ext cx="2949178" cy="3176323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E4BE32-7FDC-4866-99C3-CCBED850C233}" type="datetimeFigureOut">
              <a:rPr lang="en-US" smtClean="0"/>
              <a:t>2/6/2024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8BC7C7-8450-4CAA-944E-8F0E748CB70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2858787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E4BE32-7FDC-4866-99C3-CCBED850C233}" type="datetimeFigureOut">
              <a:rPr lang="en-US" smtClean="0"/>
              <a:t>2/6/2024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8BC7C7-8450-4CAA-944E-8F0E748CB70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6456314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04271"/>
            <a:ext cx="1971675" cy="484319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04271"/>
            <a:ext cx="5800725" cy="484319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E4BE32-7FDC-4866-99C3-CCBED850C233}" type="datetimeFigureOut">
              <a:rPr lang="en-US" smtClean="0"/>
              <a:t>2/6/2024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8BC7C7-8450-4CAA-944E-8F0E748CB70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685036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04271"/>
            <a:ext cx="7886700" cy="110463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521354"/>
            <a:ext cx="7886700" cy="362611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5296959"/>
            <a:ext cx="2057400" cy="30427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8E4BE32-7FDC-4866-99C3-CCBED850C233}" type="datetimeFigureOut">
              <a:rPr lang="en-US" smtClean="0"/>
              <a:t>2/6/2024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5296959"/>
            <a:ext cx="3086100" cy="30427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5296959"/>
            <a:ext cx="2057400" cy="30427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68BC7C7-8450-4CAA-944E-8F0E748CB70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2320843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44F2A9B-9DAC-82A5-1F55-F60287E9E1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8" name="Picture 4" descr="What Is Predictive Analytics? 5 Examples | HBS Online">
            <a:extLst>
              <a:ext uri="{FF2B5EF4-FFF2-40B4-BE49-F238E27FC236}">
                <a16:creationId xmlns:a16="http://schemas.microsoft.com/office/drawing/2014/main" id="{3C3AC44F-42DD-589E-33BC-6B4CF839950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alphaModFix amt="70000"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43000"/>
                    </a14:imgEffect>
                    <a14:imgEffect>
                      <a14:brightnessContrast brigh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3999" cy="571499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Freeform: Shape 7">
            <a:extLst>
              <a:ext uri="{FF2B5EF4-FFF2-40B4-BE49-F238E27FC236}">
                <a16:creationId xmlns:a16="http://schemas.microsoft.com/office/drawing/2014/main" id="{97EADE68-D5D5-2327-F257-D18747A59C66}"/>
              </a:ext>
            </a:extLst>
          </p:cNvPr>
          <p:cNvSpPr/>
          <p:nvPr/>
        </p:nvSpPr>
        <p:spPr>
          <a:xfrm>
            <a:off x="60738" y="53340"/>
            <a:ext cx="9022527" cy="5608320"/>
          </a:xfrm>
          <a:custGeom>
            <a:avLst/>
            <a:gdLst>
              <a:gd name="connsiteX0" fmla="*/ 5816738 w 9022527"/>
              <a:gd name="connsiteY0" fmla="*/ 2849159 h 5608320"/>
              <a:gd name="connsiteX1" fmla="*/ 9022527 w 9022527"/>
              <a:gd name="connsiteY1" fmla="*/ 2849159 h 5608320"/>
              <a:gd name="connsiteX2" fmla="*/ 9022527 w 9022527"/>
              <a:gd name="connsiteY2" fmla="*/ 5608320 h 5608320"/>
              <a:gd name="connsiteX3" fmla="*/ 9022079 w 9022527"/>
              <a:gd name="connsiteY3" fmla="*/ 5608320 h 5608320"/>
              <a:gd name="connsiteX4" fmla="*/ 5967136 w 9022527"/>
              <a:gd name="connsiteY4" fmla="*/ 5608320 h 5608320"/>
              <a:gd name="connsiteX5" fmla="*/ 5905294 w 9022527"/>
              <a:gd name="connsiteY5" fmla="*/ 5608320 h 5608320"/>
              <a:gd name="connsiteX6" fmla="*/ 5816738 w 9022527"/>
              <a:gd name="connsiteY6" fmla="*/ 5608320 h 5608320"/>
              <a:gd name="connsiteX7" fmla="*/ 0 w 9022527"/>
              <a:gd name="connsiteY7" fmla="*/ 2849159 h 5608320"/>
              <a:gd name="connsiteX8" fmla="*/ 5726738 w 9022527"/>
              <a:gd name="connsiteY8" fmla="*/ 2849159 h 5608320"/>
              <a:gd name="connsiteX9" fmla="*/ 5726738 w 9022527"/>
              <a:gd name="connsiteY9" fmla="*/ 5608320 h 5608320"/>
              <a:gd name="connsiteX10" fmla="*/ 0 w 9022527"/>
              <a:gd name="connsiteY10" fmla="*/ 5608320 h 5608320"/>
              <a:gd name="connsiteX11" fmla="*/ 0 w 9022527"/>
              <a:gd name="connsiteY11" fmla="*/ 3619406 h 5608320"/>
              <a:gd name="connsiteX12" fmla="*/ 0 w 9022527"/>
              <a:gd name="connsiteY12" fmla="*/ 3550730 h 5608320"/>
              <a:gd name="connsiteX13" fmla="*/ 7580451 w 9022527"/>
              <a:gd name="connsiteY13" fmla="*/ 762989 h 5608320"/>
              <a:gd name="connsiteX14" fmla="*/ 9022527 w 9022527"/>
              <a:gd name="connsiteY14" fmla="*/ 762989 h 5608320"/>
              <a:gd name="connsiteX15" fmla="*/ 9022527 w 9022527"/>
              <a:gd name="connsiteY15" fmla="*/ 2759159 h 5608320"/>
              <a:gd name="connsiteX16" fmla="*/ 7580451 w 9022527"/>
              <a:gd name="connsiteY16" fmla="*/ 2759159 h 5608320"/>
              <a:gd name="connsiteX17" fmla="*/ 0 w 9022527"/>
              <a:gd name="connsiteY17" fmla="*/ 762989 h 5608320"/>
              <a:gd name="connsiteX18" fmla="*/ 7490451 w 9022527"/>
              <a:gd name="connsiteY18" fmla="*/ 762989 h 5608320"/>
              <a:gd name="connsiteX19" fmla="*/ 7490451 w 9022527"/>
              <a:gd name="connsiteY19" fmla="*/ 2759159 h 5608320"/>
              <a:gd name="connsiteX20" fmla="*/ 0 w 9022527"/>
              <a:gd name="connsiteY20" fmla="*/ 2759159 h 5608320"/>
              <a:gd name="connsiteX21" fmla="*/ 0 w 9022527"/>
              <a:gd name="connsiteY21" fmla="*/ 1465178 h 5608320"/>
              <a:gd name="connsiteX22" fmla="*/ 0 w 9022527"/>
              <a:gd name="connsiteY22" fmla="*/ 1396502 h 5608320"/>
              <a:gd name="connsiteX23" fmla="*/ 0 w 9022527"/>
              <a:gd name="connsiteY23" fmla="*/ 0 h 5608320"/>
              <a:gd name="connsiteX24" fmla="*/ 9022079 w 9022527"/>
              <a:gd name="connsiteY24" fmla="*/ 0 h 5608320"/>
              <a:gd name="connsiteX25" fmla="*/ 9022079 w 9022527"/>
              <a:gd name="connsiteY25" fmla="*/ 389966 h 5608320"/>
              <a:gd name="connsiteX26" fmla="*/ 9022527 w 9022527"/>
              <a:gd name="connsiteY26" fmla="*/ 389966 h 5608320"/>
              <a:gd name="connsiteX27" fmla="*/ 9022527 w 9022527"/>
              <a:gd name="connsiteY27" fmla="*/ 672989 h 5608320"/>
              <a:gd name="connsiteX28" fmla="*/ 0 w 9022527"/>
              <a:gd name="connsiteY28" fmla="*/ 672989 h 5608320"/>
              <a:gd name="connsiteX29" fmla="*/ 0 w 9022527"/>
              <a:gd name="connsiteY29" fmla="*/ 509251 h 5608320"/>
              <a:gd name="connsiteX30" fmla="*/ 0 w 9022527"/>
              <a:gd name="connsiteY30" fmla="*/ 440575 h 5608320"/>
              <a:gd name="connsiteX31" fmla="*/ 0 w 9022527"/>
              <a:gd name="connsiteY31" fmla="*/ 389966 h 56083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</a:cxnLst>
            <a:rect l="l" t="t" r="r" b="b"/>
            <a:pathLst>
              <a:path w="9022527" h="5608320">
                <a:moveTo>
                  <a:pt x="5816738" y="2849159"/>
                </a:moveTo>
                <a:lnTo>
                  <a:pt x="9022527" y="2849159"/>
                </a:lnTo>
                <a:lnTo>
                  <a:pt x="9022527" y="5608320"/>
                </a:lnTo>
                <a:lnTo>
                  <a:pt x="9022079" y="5608320"/>
                </a:lnTo>
                <a:lnTo>
                  <a:pt x="5967136" y="5608320"/>
                </a:lnTo>
                <a:lnTo>
                  <a:pt x="5905294" y="5608320"/>
                </a:lnTo>
                <a:lnTo>
                  <a:pt x="5816738" y="5608320"/>
                </a:lnTo>
                <a:close/>
                <a:moveTo>
                  <a:pt x="0" y="2849159"/>
                </a:moveTo>
                <a:lnTo>
                  <a:pt x="5726738" y="2849159"/>
                </a:lnTo>
                <a:lnTo>
                  <a:pt x="5726738" y="5608320"/>
                </a:lnTo>
                <a:lnTo>
                  <a:pt x="0" y="5608320"/>
                </a:lnTo>
                <a:lnTo>
                  <a:pt x="0" y="3619406"/>
                </a:lnTo>
                <a:lnTo>
                  <a:pt x="0" y="3550730"/>
                </a:lnTo>
                <a:close/>
                <a:moveTo>
                  <a:pt x="7580451" y="762989"/>
                </a:moveTo>
                <a:lnTo>
                  <a:pt x="9022527" y="762989"/>
                </a:lnTo>
                <a:lnTo>
                  <a:pt x="9022527" y="2759159"/>
                </a:lnTo>
                <a:lnTo>
                  <a:pt x="7580451" y="2759159"/>
                </a:lnTo>
                <a:close/>
                <a:moveTo>
                  <a:pt x="0" y="762989"/>
                </a:moveTo>
                <a:lnTo>
                  <a:pt x="7490451" y="762989"/>
                </a:lnTo>
                <a:lnTo>
                  <a:pt x="7490451" y="2759159"/>
                </a:lnTo>
                <a:lnTo>
                  <a:pt x="0" y="2759159"/>
                </a:lnTo>
                <a:lnTo>
                  <a:pt x="0" y="1465178"/>
                </a:lnTo>
                <a:lnTo>
                  <a:pt x="0" y="1396502"/>
                </a:lnTo>
                <a:close/>
                <a:moveTo>
                  <a:pt x="0" y="0"/>
                </a:moveTo>
                <a:lnTo>
                  <a:pt x="9022079" y="0"/>
                </a:lnTo>
                <a:lnTo>
                  <a:pt x="9022079" y="389966"/>
                </a:lnTo>
                <a:lnTo>
                  <a:pt x="9022527" y="389966"/>
                </a:lnTo>
                <a:lnTo>
                  <a:pt x="9022527" y="672989"/>
                </a:lnTo>
                <a:lnTo>
                  <a:pt x="0" y="672989"/>
                </a:lnTo>
                <a:lnTo>
                  <a:pt x="0" y="509251"/>
                </a:lnTo>
                <a:lnTo>
                  <a:pt x="0" y="440575"/>
                </a:lnTo>
                <a:lnTo>
                  <a:pt x="0" y="389966"/>
                </a:lnTo>
                <a:close/>
              </a:path>
            </a:pathLst>
          </a:custGeom>
          <a:gradFill>
            <a:gsLst>
              <a:gs pos="0">
                <a:schemeClr val="tx1">
                  <a:alpha val="90000"/>
                </a:schemeClr>
              </a:gs>
              <a:gs pos="100000">
                <a:srgbClr val="2F5597">
                  <a:alpha val="85000"/>
                </a:srgbClr>
              </a:gs>
            </a:gsLst>
            <a:lin ang="0" scaled="0"/>
          </a:gra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8504233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CC6DAF8-10D8-5BBF-8773-8459CC075B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8" name="Picture 4" descr="What Is Predictive Analytics? 5 Examples | HBS Online">
            <a:extLst>
              <a:ext uri="{FF2B5EF4-FFF2-40B4-BE49-F238E27FC236}">
                <a16:creationId xmlns:a16="http://schemas.microsoft.com/office/drawing/2014/main" id="{EE028982-43A0-F7B2-AECE-2CB3D4607B2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alphaModFix amt="70000"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43000"/>
                    </a14:imgEffect>
                    <a14:imgEffect>
                      <a14:brightnessContrast brigh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3999" cy="571499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Freeform: Shape 7">
            <a:extLst>
              <a:ext uri="{FF2B5EF4-FFF2-40B4-BE49-F238E27FC236}">
                <a16:creationId xmlns:a16="http://schemas.microsoft.com/office/drawing/2014/main" id="{ED2DD99C-26C3-EB60-8329-12E5604F0738}"/>
              </a:ext>
            </a:extLst>
          </p:cNvPr>
          <p:cNvSpPr/>
          <p:nvPr/>
        </p:nvSpPr>
        <p:spPr>
          <a:xfrm>
            <a:off x="60738" y="53340"/>
            <a:ext cx="9022527" cy="5608320"/>
          </a:xfrm>
          <a:custGeom>
            <a:avLst/>
            <a:gdLst>
              <a:gd name="connsiteX0" fmla="*/ 5816738 w 9022527"/>
              <a:gd name="connsiteY0" fmla="*/ 2849159 h 5608320"/>
              <a:gd name="connsiteX1" fmla="*/ 9022527 w 9022527"/>
              <a:gd name="connsiteY1" fmla="*/ 2849159 h 5608320"/>
              <a:gd name="connsiteX2" fmla="*/ 9022527 w 9022527"/>
              <a:gd name="connsiteY2" fmla="*/ 5608320 h 5608320"/>
              <a:gd name="connsiteX3" fmla="*/ 9022079 w 9022527"/>
              <a:gd name="connsiteY3" fmla="*/ 5608320 h 5608320"/>
              <a:gd name="connsiteX4" fmla="*/ 5967136 w 9022527"/>
              <a:gd name="connsiteY4" fmla="*/ 5608320 h 5608320"/>
              <a:gd name="connsiteX5" fmla="*/ 5905294 w 9022527"/>
              <a:gd name="connsiteY5" fmla="*/ 5608320 h 5608320"/>
              <a:gd name="connsiteX6" fmla="*/ 5816738 w 9022527"/>
              <a:gd name="connsiteY6" fmla="*/ 5608320 h 5608320"/>
              <a:gd name="connsiteX7" fmla="*/ 0 w 9022527"/>
              <a:gd name="connsiteY7" fmla="*/ 2849159 h 5608320"/>
              <a:gd name="connsiteX8" fmla="*/ 5726738 w 9022527"/>
              <a:gd name="connsiteY8" fmla="*/ 2849159 h 5608320"/>
              <a:gd name="connsiteX9" fmla="*/ 5726738 w 9022527"/>
              <a:gd name="connsiteY9" fmla="*/ 5608320 h 5608320"/>
              <a:gd name="connsiteX10" fmla="*/ 0 w 9022527"/>
              <a:gd name="connsiteY10" fmla="*/ 5608320 h 5608320"/>
              <a:gd name="connsiteX11" fmla="*/ 0 w 9022527"/>
              <a:gd name="connsiteY11" fmla="*/ 3619406 h 5608320"/>
              <a:gd name="connsiteX12" fmla="*/ 0 w 9022527"/>
              <a:gd name="connsiteY12" fmla="*/ 3550730 h 5608320"/>
              <a:gd name="connsiteX13" fmla="*/ 7580451 w 9022527"/>
              <a:gd name="connsiteY13" fmla="*/ 762989 h 5608320"/>
              <a:gd name="connsiteX14" fmla="*/ 9022527 w 9022527"/>
              <a:gd name="connsiteY14" fmla="*/ 762989 h 5608320"/>
              <a:gd name="connsiteX15" fmla="*/ 9022527 w 9022527"/>
              <a:gd name="connsiteY15" fmla="*/ 2759159 h 5608320"/>
              <a:gd name="connsiteX16" fmla="*/ 7580451 w 9022527"/>
              <a:gd name="connsiteY16" fmla="*/ 2759159 h 5608320"/>
              <a:gd name="connsiteX17" fmla="*/ 0 w 9022527"/>
              <a:gd name="connsiteY17" fmla="*/ 762989 h 5608320"/>
              <a:gd name="connsiteX18" fmla="*/ 7490451 w 9022527"/>
              <a:gd name="connsiteY18" fmla="*/ 762989 h 5608320"/>
              <a:gd name="connsiteX19" fmla="*/ 7490451 w 9022527"/>
              <a:gd name="connsiteY19" fmla="*/ 2759159 h 5608320"/>
              <a:gd name="connsiteX20" fmla="*/ 0 w 9022527"/>
              <a:gd name="connsiteY20" fmla="*/ 2759159 h 5608320"/>
              <a:gd name="connsiteX21" fmla="*/ 0 w 9022527"/>
              <a:gd name="connsiteY21" fmla="*/ 1465178 h 5608320"/>
              <a:gd name="connsiteX22" fmla="*/ 0 w 9022527"/>
              <a:gd name="connsiteY22" fmla="*/ 1396502 h 5608320"/>
              <a:gd name="connsiteX23" fmla="*/ 0 w 9022527"/>
              <a:gd name="connsiteY23" fmla="*/ 0 h 5608320"/>
              <a:gd name="connsiteX24" fmla="*/ 9022079 w 9022527"/>
              <a:gd name="connsiteY24" fmla="*/ 0 h 5608320"/>
              <a:gd name="connsiteX25" fmla="*/ 9022079 w 9022527"/>
              <a:gd name="connsiteY25" fmla="*/ 389966 h 5608320"/>
              <a:gd name="connsiteX26" fmla="*/ 9022527 w 9022527"/>
              <a:gd name="connsiteY26" fmla="*/ 389966 h 5608320"/>
              <a:gd name="connsiteX27" fmla="*/ 9022527 w 9022527"/>
              <a:gd name="connsiteY27" fmla="*/ 672989 h 5608320"/>
              <a:gd name="connsiteX28" fmla="*/ 0 w 9022527"/>
              <a:gd name="connsiteY28" fmla="*/ 672989 h 5608320"/>
              <a:gd name="connsiteX29" fmla="*/ 0 w 9022527"/>
              <a:gd name="connsiteY29" fmla="*/ 509251 h 5608320"/>
              <a:gd name="connsiteX30" fmla="*/ 0 w 9022527"/>
              <a:gd name="connsiteY30" fmla="*/ 440575 h 5608320"/>
              <a:gd name="connsiteX31" fmla="*/ 0 w 9022527"/>
              <a:gd name="connsiteY31" fmla="*/ 389966 h 56083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</a:cxnLst>
            <a:rect l="l" t="t" r="r" b="b"/>
            <a:pathLst>
              <a:path w="9022527" h="5608320">
                <a:moveTo>
                  <a:pt x="5816738" y="2849159"/>
                </a:moveTo>
                <a:lnTo>
                  <a:pt x="9022527" y="2849159"/>
                </a:lnTo>
                <a:lnTo>
                  <a:pt x="9022527" y="5608320"/>
                </a:lnTo>
                <a:lnTo>
                  <a:pt x="9022079" y="5608320"/>
                </a:lnTo>
                <a:lnTo>
                  <a:pt x="5967136" y="5608320"/>
                </a:lnTo>
                <a:lnTo>
                  <a:pt x="5905294" y="5608320"/>
                </a:lnTo>
                <a:lnTo>
                  <a:pt x="5816738" y="5608320"/>
                </a:lnTo>
                <a:close/>
                <a:moveTo>
                  <a:pt x="0" y="2849159"/>
                </a:moveTo>
                <a:lnTo>
                  <a:pt x="5726738" y="2849159"/>
                </a:lnTo>
                <a:lnTo>
                  <a:pt x="5726738" y="5608320"/>
                </a:lnTo>
                <a:lnTo>
                  <a:pt x="0" y="5608320"/>
                </a:lnTo>
                <a:lnTo>
                  <a:pt x="0" y="3619406"/>
                </a:lnTo>
                <a:lnTo>
                  <a:pt x="0" y="3550730"/>
                </a:lnTo>
                <a:close/>
                <a:moveTo>
                  <a:pt x="7580451" y="762989"/>
                </a:moveTo>
                <a:lnTo>
                  <a:pt x="9022527" y="762989"/>
                </a:lnTo>
                <a:lnTo>
                  <a:pt x="9022527" y="2759159"/>
                </a:lnTo>
                <a:lnTo>
                  <a:pt x="7580451" y="2759159"/>
                </a:lnTo>
                <a:close/>
                <a:moveTo>
                  <a:pt x="0" y="762989"/>
                </a:moveTo>
                <a:lnTo>
                  <a:pt x="7490451" y="762989"/>
                </a:lnTo>
                <a:lnTo>
                  <a:pt x="7490451" y="2759159"/>
                </a:lnTo>
                <a:lnTo>
                  <a:pt x="0" y="2759159"/>
                </a:lnTo>
                <a:lnTo>
                  <a:pt x="0" y="1465178"/>
                </a:lnTo>
                <a:lnTo>
                  <a:pt x="0" y="1396502"/>
                </a:lnTo>
                <a:close/>
                <a:moveTo>
                  <a:pt x="0" y="0"/>
                </a:moveTo>
                <a:lnTo>
                  <a:pt x="9022079" y="0"/>
                </a:lnTo>
                <a:lnTo>
                  <a:pt x="9022079" y="389966"/>
                </a:lnTo>
                <a:lnTo>
                  <a:pt x="9022527" y="389966"/>
                </a:lnTo>
                <a:lnTo>
                  <a:pt x="9022527" y="672989"/>
                </a:lnTo>
                <a:lnTo>
                  <a:pt x="0" y="672989"/>
                </a:lnTo>
                <a:lnTo>
                  <a:pt x="0" y="509251"/>
                </a:lnTo>
                <a:lnTo>
                  <a:pt x="0" y="440575"/>
                </a:lnTo>
                <a:lnTo>
                  <a:pt x="0" y="389966"/>
                </a:lnTo>
                <a:close/>
              </a:path>
            </a:pathLst>
          </a:custGeom>
          <a:gradFill>
            <a:gsLst>
              <a:gs pos="0">
                <a:schemeClr val="tx1">
                  <a:alpha val="90000"/>
                </a:schemeClr>
              </a:gs>
              <a:gs pos="100000">
                <a:srgbClr val="2F5597">
                  <a:alpha val="85000"/>
                </a:srgbClr>
              </a:gs>
            </a:gsLst>
            <a:lin ang="0" scaled="0"/>
          </a:gra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9844346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8" name="Picture 4" descr="What Is Predictive Analytics? 5 Examples | HBS Online">
            <a:extLst>
              <a:ext uri="{FF2B5EF4-FFF2-40B4-BE49-F238E27FC236}">
                <a16:creationId xmlns:a16="http://schemas.microsoft.com/office/drawing/2014/main" id="{CE148223-4D29-0114-1F72-04B3D39B4BC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alphaModFix amt="70000"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43000"/>
                    </a14:imgEffect>
                    <a14:imgEffect>
                      <a14:brightnessContrast brigh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3999" cy="571499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3" name="Freeform: Shape 12">
            <a:extLst>
              <a:ext uri="{FF2B5EF4-FFF2-40B4-BE49-F238E27FC236}">
                <a16:creationId xmlns:a16="http://schemas.microsoft.com/office/drawing/2014/main" id="{D74A7BA5-3741-C694-1655-C4A6A4061A67}"/>
              </a:ext>
            </a:extLst>
          </p:cNvPr>
          <p:cNvSpPr/>
          <p:nvPr/>
        </p:nvSpPr>
        <p:spPr>
          <a:xfrm>
            <a:off x="60960" y="53340"/>
            <a:ext cx="9022080" cy="5608320"/>
          </a:xfrm>
          <a:custGeom>
            <a:avLst/>
            <a:gdLst>
              <a:gd name="connsiteX0" fmla="*/ 7989426 w 12079704"/>
              <a:gd name="connsiteY0" fmla="*/ 4363785 h 6761746"/>
              <a:gd name="connsiteX1" fmla="*/ 12079704 w 12079704"/>
              <a:gd name="connsiteY1" fmla="*/ 4363785 h 6761746"/>
              <a:gd name="connsiteX2" fmla="*/ 12079704 w 12079704"/>
              <a:gd name="connsiteY2" fmla="*/ 6761746 h 6761746"/>
              <a:gd name="connsiteX3" fmla="*/ 7989426 w 12079704"/>
              <a:gd name="connsiteY3" fmla="*/ 6761746 h 6761746"/>
              <a:gd name="connsiteX4" fmla="*/ 0 w 12079704"/>
              <a:gd name="connsiteY4" fmla="*/ 4363785 h 6761746"/>
              <a:gd name="connsiteX5" fmla="*/ 7906626 w 12079704"/>
              <a:gd name="connsiteY5" fmla="*/ 4363785 h 6761746"/>
              <a:gd name="connsiteX6" fmla="*/ 7906626 w 12079704"/>
              <a:gd name="connsiteY6" fmla="*/ 6761746 h 6761746"/>
              <a:gd name="connsiteX7" fmla="*/ 0 w 12079704"/>
              <a:gd name="connsiteY7" fmla="*/ 6761746 h 6761746"/>
              <a:gd name="connsiteX8" fmla="*/ 7989426 w 12079704"/>
              <a:gd name="connsiteY8" fmla="*/ 1766511 h 6761746"/>
              <a:gd name="connsiteX9" fmla="*/ 10391064 w 12079704"/>
              <a:gd name="connsiteY9" fmla="*/ 1766511 h 6761746"/>
              <a:gd name="connsiteX10" fmla="*/ 10391064 w 12079704"/>
              <a:gd name="connsiteY10" fmla="*/ 1781809 h 6761746"/>
              <a:gd name="connsiteX11" fmla="*/ 10473864 w 12079704"/>
              <a:gd name="connsiteY11" fmla="*/ 1781809 h 6761746"/>
              <a:gd name="connsiteX12" fmla="*/ 10473864 w 12079704"/>
              <a:gd name="connsiteY12" fmla="*/ 1766511 h 6761746"/>
              <a:gd name="connsiteX13" fmla="*/ 12079704 w 12079704"/>
              <a:gd name="connsiteY13" fmla="*/ 1766511 h 6761746"/>
              <a:gd name="connsiteX14" fmla="*/ 12079704 w 12079704"/>
              <a:gd name="connsiteY14" fmla="*/ 4280985 h 6761746"/>
              <a:gd name="connsiteX15" fmla="*/ 7989426 w 12079704"/>
              <a:gd name="connsiteY15" fmla="*/ 4280985 h 6761746"/>
              <a:gd name="connsiteX16" fmla="*/ 0 w 12079704"/>
              <a:gd name="connsiteY16" fmla="*/ 1766511 h 6761746"/>
              <a:gd name="connsiteX17" fmla="*/ 7906626 w 12079704"/>
              <a:gd name="connsiteY17" fmla="*/ 1766511 h 6761746"/>
              <a:gd name="connsiteX18" fmla="*/ 7906626 w 12079704"/>
              <a:gd name="connsiteY18" fmla="*/ 4280985 h 6761746"/>
              <a:gd name="connsiteX19" fmla="*/ 0 w 12079704"/>
              <a:gd name="connsiteY19" fmla="*/ 4280985 h 6761746"/>
              <a:gd name="connsiteX20" fmla="*/ 10473864 w 12079704"/>
              <a:gd name="connsiteY20" fmla="*/ 613985 h 6761746"/>
              <a:gd name="connsiteX21" fmla="*/ 12079704 w 12079704"/>
              <a:gd name="connsiteY21" fmla="*/ 613985 h 6761746"/>
              <a:gd name="connsiteX22" fmla="*/ 12079704 w 12079704"/>
              <a:gd name="connsiteY22" fmla="*/ 1683711 h 6761746"/>
              <a:gd name="connsiteX23" fmla="*/ 10473864 w 12079704"/>
              <a:gd name="connsiteY23" fmla="*/ 1683711 h 6761746"/>
              <a:gd name="connsiteX24" fmla="*/ 0 w 12079704"/>
              <a:gd name="connsiteY24" fmla="*/ 613985 h 6761746"/>
              <a:gd name="connsiteX25" fmla="*/ 10391064 w 12079704"/>
              <a:gd name="connsiteY25" fmla="*/ 613985 h 6761746"/>
              <a:gd name="connsiteX26" fmla="*/ 10391064 w 12079704"/>
              <a:gd name="connsiteY26" fmla="*/ 1683711 h 6761746"/>
              <a:gd name="connsiteX27" fmla="*/ 0 w 12079704"/>
              <a:gd name="connsiteY27" fmla="*/ 1683711 h 6761746"/>
              <a:gd name="connsiteX28" fmla="*/ 0 w 12079704"/>
              <a:gd name="connsiteY28" fmla="*/ 0 h 6761746"/>
              <a:gd name="connsiteX29" fmla="*/ 12079704 w 12079704"/>
              <a:gd name="connsiteY29" fmla="*/ 0 h 6761746"/>
              <a:gd name="connsiteX30" fmla="*/ 12079704 w 12079704"/>
              <a:gd name="connsiteY30" fmla="*/ 531185 h 6761746"/>
              <a:gd name="connsiteX31" fmla="*/ 0 w 12079704"/>
              <a:gd name="connsiteY31" fmla="*/ 531185 h 67617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</a:cxnLst>
            <a:rect l="l" t="t" r="r" b="b"/>
            <a:pathLst>
              <a:path w="12079704" h="6761746">
                <a:moveTo>
                  <a:pt x="7989426" y="4363785"/>
                </a:moveTo>
                <a:lnTo>
                  <a:pt x="12079704" y="4363785"/>
                </a:lnTo>
                <a:lnTo>
                  <a:pt x="12079704" y="6761746"/>
                </a:lnTo>
                <a:lnTo>
                  <a:pt x="7989426" y="6761746"/>
                </a:lnTo>
                <a:close/>
                <a:moveTo>
                  <a:pt x="0" y="4363785"/>
                </a:moveTo>
                <a:lnTo>
                  <a:pt x="7906626" y="4363785"/>
                </a:lnTo>
                <a:lnTo>
                  <a:pt x="7906626" y="6761746"/>
                </a:lnTo>
                <a:lnTo>
                  <a:pt x="0" y="6761746"/>
                </a:lnTo>
                <a:close/>
                <a:moveTo>
                  <a:pt x="7989426" y="1766511"/>
                </a:moveTo>
                <a:lnTo>
                  <a:pt x="10391064" y="1766511"/>
                </a:lnTo>
                <a:lnTo>
                  <a:pt x="10391064" y="1781809"/>
                </a:lnTo>
                <a:lnTo>
                  <a:pt x="10473864" y="1781809"/>
                </a:lnTo>
                <a:lnTo>
                  <a:pt x="10473864" y="1766511"/>
                </a:lnTo>
                <a:lnTo>
                  <a:pt x="12079704" y="1766511"/>
                </a:lnTo>
                <a:lnTo>
                  <a:pt x="12079704" y="4280985"/>
                </a:lnTo>
                <a:lnTo>
                  <a:pt x="7989426" y="4280985"/>
                </a:lnTo>
                <a:close/>
                <a:moveTo>
                  <a:pt x="0" y="1766511"/>
                </a:moveTo>
                <a:lnTo>
                  <a:pt x="7906626" y="1766511"/>
                </a:lnTo>
                <a:lnTo>
                  <a:pt x="7906626" y="4280985"/>
                </a:lnTo>
                <a:lnTo>
                  <a:pt x="0" y="4280985"/>
                </a:lnTo>
                <a:close/>
                <a:moveTo>
                  <a:pt x="10473864" y="613985"/>
                </a:moveTo>
                <a:lnTo>
                  <a:pt x="12079704" y="613985"/>
                </a:lnTo>
                <a:lnTo>
                  <a:pt x="12079704" y="1683711"/>
                </a:lnTo>
                <a:lnTo>
                  <a:pt x="10473864" y="1683711"/>
                </a:lnTo>
                <a:close/>
                <a:moveTo>
                  <a:pt x="0" y="613985"/>
                </a:moveTo>
                <a:lnTo>
                  <a:pt x="10391064" y="613985"/>
                </a:lnTo>
                <a:lnTo>
                  <a:pt x="10391064" y="1683711"/>
                </a:lnTo>
                <a:lnTo>
                  <a:pt x="0" y="1683711"/>
                </a:lnTo>
                <a:close/>
                <a:moveTo>
                  <a:pt x="0" y="0"/>
                </a:moveTo>
                <a:lnTo>
                  <a:pt x="12079704" y="0"/>
                </a:lnTo>
                <a:lnTo>
                  <a:pt x="12079704" y="531185"/>
                </a:lnTo>
                <a:lnTo>
                  <a:pt x="0" y="531185"/>
                </a:lnTo>
                <a:close/>
              </a:path>
            </a:pathLst>
          </a:custGeom>
          <a:gradFill>
            <a:gsLst>
              <a:gs pos="0">
                <a:schemeClr val="tx1">
                  <a:alpha val="90000"/>
                </a:schemeClr>
              </a:gs>
              <a:gs pos="100000">
                <a:srgbClr val="2F5597">
                  <a:alpha val="85000"/>
                </a:srgb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1053" dirty="0"/>
          </a:p>
        </p:txBody>
      </p:sp>
    </p:spTree>
    <p:extLst>
      <p:ext uri="{BB962C8B-B14F-4D97-AF65-F5344CB8AC3E}">
        <p14:creationId xmlns:p14="http://schemas.microsoft.com/office/powerpoint/2010/main" val="137994966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211</TotalTime>
  <Words>0</Words>
  <Application>Microsoft Office PowerPoint</Application>
  <PresentationFormat>On-screen Show (16:10)</PresentationFormat>
  <Paragraphs>0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7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Hng Wu Tan</dc:creator>
  <cp:lastModifiedBy>Hng Wu Tan</cp:lastModifiedBy>
  <cp:revision>1</cp:revision>
  <dcterms:created xsi:type="dcterms:W3CDTF">2024-02-02T16:14:49Z</dcterms:created>
  <dcterms:modified xsi:type="dcterms:W3CDTF">2024-02-06T15:32:22Z</dcterms:modified>
</cp:coreProperties>
</file>